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2" r:id="rId6"/>
    <p:sldId id="261" r:id="rId7"/>
    <p:sldId id="260" r:id="rId8"/>
    <p:sldId id="259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7102475" cy="9388475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EEAA-2005-456C-9B83-E29E4A9DA4AC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8028-18A5-4361-9917-A84EAA597B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459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EEAA-2005-456C-9B83-E29E4A9DA4AC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8028-18A5-4361-9917-A84EAA597B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49974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EEAA-2005-456C-9B83-E29E4A9DA4AC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8028-18A5-4361-9917-A84EAA597B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9124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EEAA-2005-456C-9B83-E29E4A9DA4AC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8028-18A5-4361-9917-A84EAA597B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35707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EEAA-2005-456C-9B83-E29E4A9DA4AC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8028-18A5-4361-9917-A84EAA597B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1461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EEAA-2005-456C-9B83-E29E4A9DA4AC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8028-18A5-4361-9917-A84EAA597B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33462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EEAA-2005-456C-9B83-E29E4A9DA4AC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8028-18A5-4361-9917-A84EAA597B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3922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EEAA-2005-456C-9B83-E29E4A9DA4AC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8028-18A5-4361-9917-A84EAA597B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0623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EEAA-2005-456C-9B83-E29E4A9DA4AC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8028-18A5-4361-9917-A84EAA597B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65423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EEAA-2005-456C-9B83-E29E4A9DA4AC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8028-18A5-4361-9917-A84EAA597B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4188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1EEAA-2005-456C-9B83-E29E4A9DA4AC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58028-18A5-4361-9917-A84EAA597B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29488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1EEAA-2005-456C-9B83-E29E4A9DA4AC}" type="datetimeFigureOut">
              <a:rPr lang="es-MX" smtClean="0"/>
              <a:t>15/06/2026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58028-18A5-4361-9917-A84EAA597B34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00776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/>
        </p:nvSpPr>
        <p:spPr>
          <a:xfrm>
            <a:off x="863233" y="230963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MX" sz="2400" b="1" dirty="0" smtClean="0"/>
              <a:t>1. Portada Institucional (1 diapositiva – 1 min)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 smtClean="0"/>
              <a:t>Logo institucional (UAP + DICyT)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b="1" dirty="0" smtClean="0"/>
              <a:t>Título de la investigación</a:t>
            </a:r>
            <a:endParaRPr lang="es-MX" sz="24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 smtClean="0"/>
              <a:t>Nombre del docente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 smtClean="0"/>
              <a:t>Filiación institucional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sz="2400" dirty="0" smtClean="0"/>
              <a:t>Imagen representativa del tema</a:t>
            </a:r>
            <a:endParaRPr lang="es-MX" sz="2400" dirty="0"/>
          </a:p>
        </p:txBody>
      </p:sp>
      <p:sp>
        <p:nvSpPr>
          <p:cNvPr id="10" name="Rectángulo 9"/>
          <p:cNvSpPr/>
          <p:nvPr/>
        </p:nvSpPr>
        <p:spPr>
          <a:xfrm>
            <a:off x="650449" y="5461048"/>
            <a:ext cx="52938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3600" b="1" dirty="0" smtClean="0"/>
              <a:t>Duración total: 15 minutos</a:t>
            </a:r>
            <a:endParaRPr lang="es-MX" sz="3600" b="1" dirty="0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413" y="430853"/>
            <a:ext cx="2069075" cy="1304144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88" y="430853"/>
            <a:ext cx="1105090" cy="1306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163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1212980" y="1119674"/>
            <a:ext cx="976113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 smtClean="0"/>
              <a:t>2. Introducción y Contexto (2 diapositivas – 2 min)</a:t>
            </a:r>
          </a:p>
          <a:p>
            <a:r>
              <a:rPr lang="es-MX" sz="3600" b="1" dirty="0" smtClean="0"/>
              <a:t>Diapositiva 1: Problema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¿Qué se investiga?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¿Por qué es importante?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Contexto general del estudio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76462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2957805" y="1614196"/>
            <a:ext cx="635545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 smtClean="0"/>
              <a:t>Diapositiva 2: Objetivo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Objetivo principal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Relevancia académica o social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Justificación breve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8656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2006083" y="1343608"/>
            <a:ext cx="860312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 smtClean="0"/>
              <a:t>3. Metodología (3 diapositivas – 3 min)</a:t>
            </a:r>
          </a:p>
          <a:p>
            <a:r>
              <a:rPr lang="es-MX" sz="3600" b="1" dirty="0" smtClean="0"/>
              <a:t>Diapositiva 1: Diseño del estudio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Tipo de investigación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Enfoque (cuantitativo, cualitativo o mixto)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Técnicas utilizadas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51300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2957805" y="1614196"/>
            <a:ext cx="545867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 smtClean="0"/>
              <a:t>Diapositiva 2: Instrumentos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Encuestas / entrevistas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Software utilizado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Métodos de recolección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4069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2789854" y="1763486"/>
            <a:ext cx="669388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 smtClean="0"/>
              <a:t>Diapositiva 3: Población / Proceso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Área o población de estudio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Esquema visual del proceso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95180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2379307" y="1101013"/>
            <a:ext cx="726961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 smtClean="0"/>
              <a:t>4. Resultados (3 diapositivas – 4 min)</a:t>
            </a:r>
          </a:p>
          <a:p>
            <a:endParaRPr lang="es-MX" sz="3600" b="1" dirty="0" smtClean="0"/>
          </a:p>
          <a:p>
            <a:r>
              <a:rPr lang="es-MX" sz="3600" b="1" dirty="0" smtClean="0"/>
              <a:t>Diapositiva 1: Datos principales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Gráficos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Tablas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Indicadores clave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55841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2957805" y="1614196"/>
            <a:ext cx="584083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 smtClean="0"/>
              <a:t>Diapositiva 2: Comparaciones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Análisis comparativo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Tendencias observadas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24336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2957805" y="1614196"/>
            <a:ext cx="606467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 smtClean="0"/>
              <a:t>Diapositiva 3: Hallazgos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Resultados más importantes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Evidencias clave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6152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2397969" y="1147666"/>
            <a:ext cx="700031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 smtClean="0"/>
              <a:t>5. Discusión (2 diapositivas – 3 min)</a:t>
            </a:r>
          </a:p>
          <a:p>
            <a:endParaRPr lang="es-MX" sz="3600" b="1" dirty="0" smtClean="0"/>
          </a:p>
          <a:p>
            <a:r>
              <a:rPr lang="es-MX" sz="3600" b="1" dirty="0" smtClean="0"/>
              <a:t>Diapositiva 1: Interpretación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¿Qué significan los resultados?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Análisis crítico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05111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2911152" y="1642188"/>
            <a:ext cx="670234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 smtClean="0"/>
              <a:t>Diapositiva 2: Impacto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Relación con estudios previos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Implicaciones prácticas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Aporte a la docencia o sociedad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29245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2491275" y="1558212"/>
            <a:ext cx="749724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 smtClean="0"/>
              <a:t>6. Conclusiones (1 diapositiva – 1 min)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Síntesis de hallazgos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Recomendaciones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Líneas futuras de investigación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30115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/>
          <p:cNvSpPr txBox="1"/>
          <p:nvPr/>
        </p:nvSpPr>
        <p:spPr>
          <a:xfrm>
            <a:off x="933062" y="1483568"/>
            <a:ext cx="10773975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3600" b="1" dirty="0" smtClean="0"/>
              <a:t>7. Agradecimientos y Cierre (1 diapositiva – 1 min)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Reconocimiento a colaboradores, estudiantes y DICyT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Logos institucionales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s-MX" sz="3600" dirty="0" smtClean="0"/>
              <a:t>Frase de cierre:</a:t>
            </a:r>
          </a:p>
          <a:p>
            <a:r>
              <a:rPr lang="es-MX" sz="3600" b="1" dirty="0" smtClean="0"/>
              <a:t>     “Investigamos hoy, transformamos el mañana.”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89276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788148"/>
              </p:ext>
            </p:extLst>
          </p:nvPr>
        </p:nvGraphicFramePr>
        <p:xfrm>
          <a:off x="2198915" y="1446572"/>
          <a:ext cx="8326016" cy="3657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163008">
                  <a:extLst>
                    <a:ext uri="{9D8B030D-6E8A-4147-A177-3AD203B41FA5}">
                      <a16:colId xmlns:a16="http://schemas.microsoft.com/office/drawing/2014/main" val="298736199"/>
                    </a:ext>
                  </a:extLst>
                </a:gridCol>
                <a:gridCol w="4163008">
                  <a:extLst>
                    <a:ext uri="{9D8B030D-6E8A-4147-A177-3AD203B41FA5}">
                      <a16:colId xmlns:a16="http://schemas.microsoft.com/office/drawing/2014/main" val="17914259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s-MX" sz="2400" b="1" dirty="0"/>
                        <a:t>Sección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b="1" dirty="0"/>
                        <a:t>Tiempo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9038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2400" dirty="0"/>
                        <a:t>Portada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1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040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2400" dirty="0"/>
                        <a:t>Introducción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2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7154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2400" dirty="0"/>
                        <a:t>Metodología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3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633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2400" dirty="0"/>
                        <a:t>Resultados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4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57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2400" dirty="0"/>
                        <a:t>Discusión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/>
                        <a:t>3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608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2400" dirty="0"/>
                        <a:t>Conclusiones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1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1224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s-MX" sz="2400"/>
                        <a:t>Cierre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s-MX" sz="2400" dirty="0"/>
                        <a:t>1 min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4254725"/>
                  </a:ext>
                </a:extLst>
              </a:tr>
            </a:tbl>
          </a:graphicData>
        </a:graphic>
      </p:graphicFrame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676400" y="762039"/>
            <a:ext cx="5321559" cy="80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🕒 Distribución del tiempo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3916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288</Words>
  <Application>Microsoft Office PowerPoint</Application>
  <PresentationFormat>Panorámica</PresentationFormat>
  <Paragraphs>75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uap uap</dc:creator>
  <cp:lastModifiedBy>uap uap</cp:lastModifiedBy>
  <cp:revision>7</cp:revision>
  <dcterms:created xsi:type="dcterms:W3CDTF">2026-06-15T21:32:28Z</dcterms:created>
  <dcterms:modified xsi:type="dcterms:W3CDTF">2026-06-16T02:45:12Z</dcterms:modified>
</cp:coreProperties>
</file>